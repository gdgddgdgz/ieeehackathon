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</p:sldIdLst>
  <p:sldSz cx="18288000" cy="10287000"/>
  <p:notesSz cx="6858000" cy="9144000"/>
  <p:embeddedFontLst>
    <p:embeddedFont>
      <p:font typeface="Bernoru" panose="020B0604020202020204" charset="0"/>
      <p:regular r:id="rId4"/>
    </p:embeddedFont>
    <p:embeddedFont>
      <p:font typeface="Inter" panose="020B0604020202020204" charset="0"/>
      <p:regular r:id="rId5"/>
    </p:embeddedFont>
    <p:embeddedFont>
      <p:font typeface="Inter Bold" panose="020B0604020202020204" charset="0"/>
      <p:regular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1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0" Type="http://schemas.openxmlformats.org/officeDocument/2006/relationships/tableStyles" Target="tableStyles.xml"/><Relationship Id="rId4" Type="http://schemas.openxmlformats.org/officeDocument/2006/relationships/font" Target="fonts/font1.fntdata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317571">
                <a:alpha val="100000"/>
              </a:srgbClr>
            </a:gs>
            <a:gs pos="50000">
              <a:srgbClr val="1C5042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261" y="-108496"/>
            <a:ext cx="18283739" cy="10395496"/>
            <a:chOff x="-4014" y="-28575"/>
            <a:chExt cx="4815470" cy="2737908"/>
          </a:xfrm>
        </p:grpSpPr>
        <p:sp>
          <p:nvSpPr>
            <p:cNvPr id="3" name="Freeform 3"/>
            <p:cNvSpPr/>
            <p:nvPr/>
          </p:nvSpPr>
          <p:spPr>
            <a:xfrm>
              <a:off x="-4014" y="0"/>
              <a:ext cx="4811456" cy="2709333"/>
            </a:xfrm>
            <a:custGeom>
              <a:avLst/>
              <a:gdLst/>
              <a:ahLst/>
              <a:cxnLst/>
              <a:rect l="l" t="t" r="r" b="b"/>
              <a:pathLst>
                <a:path w="4811456" h="2709333">
                  <a:moveTo>
                    <a:pt x="0" y="0"/>
                  </a:moveTo>
                  <a:lnTo>
                    <a:pt x="4811456" y="0"/>
                  </a:lnTo>
                  <a:lnTo>
                    <a:pt x="481145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31765"/>
              </a:srgbClr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811456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71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918510" y="1194228"/>
            <a:ext cx="8450981" cy="2236280"/>
          </a:xfrm>
          <a:custGeom>
            <a:avLst/>
            <a:gdLst/>
            <a:ahLst/>
            <a:cxnLst/>
            <a:rect l="l" t="t" r="r" b="b"/>
            <a:pathLst>
              <a:path w="8450981" h="2236280">
                <a:moveTo>
                  <a:pt x="0" y="0"/>
                </a:moveTo>
                <a:lnTo>
                  <a:pt x="8450980" y="0"/>
                </a:lnTo>
                <a:lnTo>
                  <a:pt x="8450980" y="2236280"/>
                </a:lnTo>
                <a:lnTo>
                  <a:pt x="0" y="22362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8951" b="-138951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418648" y="474489"/>
            <a:ext cx="1143904" cy="1143904"/>
            <a:chOff x="0" y="0"/>
            <a:chExt cx="1525206" cy="15252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25206" cy="1525206"/>
            </a:xfrm>
            <a:custGeom>
              <a:avLst/>
              <a:gdLst/>
              <a:ahLst/>
              <a:cxnLst/>
              <a:rect l="l" t="t" r="r" b="b"/>
              <a:pathLst>
                <a:path w="1525206" h="1525206">
                  <a:moveTo>
                    <a:pt x="0" y="0"/>
                  </a:moveTo>
                  <a:lnTo>
                    <a:pt x="1525206" y="0"/>
                  </a:lnTo>
                  <a:lnTo>
                    <a:pt x="1525206" y="1525206"/>
                  </a:lnTo>
                  <a:lnTo>
                    <a:pt x="0" y="15252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 rot="-5400000">
              <a:off x="-428566" y="593198"/>
              <a:ext cx="1138791" cy="3388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71"/>
                </a:lnSpc>
              </a:pPr>
              <a:r>
                <a:rPr lang="en-US" sz="1550" spc="155">
                  <a:solidFill>
                    <a:srgbClr val="800000"/>
                  </a:solidFill>
                  <a:latin typeface="Bernoru"/>
                  <a:ea typeface="Bernoru"/>
                  <a:cs typeface="Bernoru"/>
                  <a:sym typeface="Bernoru"/>
                </a:rPr>
                <a:t>VESIT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16789470" y="407703"/>
            <a:ext cx="1225940" cy="1430509"/>
          </a:xfrm>
          <a:custGeom>
            <a:avLst/>
            <a:gdLst/>
            <a:ahLst/>
            <a:cxnLst/>
            <a:rect l="l" t="t" r="r" b="b"/>
            <a:pathLst>
              <a:path w="1225940" h="1430509">
                <a:moveTo>
                  <a:pt x="0" y="0"/>
                </a:moveTo>
                <a:lnTo>
                  <a:pt x="1225940" y="0"/>
                </a:lnTo>
                <a:lnTo>
                  <a:pt x="1225940" y="1430509"/>
                </a:lnTo>
                <a:lnTo>
                  <a:pt x="0" y="14305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7186" t="-42304" r="-74892" b="-65156"/>
            </a:stretch>
          </a:blipFill>
        </p:spPr>
      </p:sp>
      <p:sp>
        <p:nvSpPr>
          <p:cNvPr id="10" name="Freeform 10"/>
          <p:cNvSpPr/>
          <p:nvPr/>
        </p:nvSpPr>
        <p:spPr>
          <a:xfrm rot="-1475475">
            <a:off x="11259238" y="8808486"/>
            <a:ext cx="458524" cy="350198"/>
          </a:xfrm>
          <a:custGeom>
            <a:avLst/>
            <a:gdLst/>
            <a:ahLst/>
            <a:cxnLst/>
            <a:rect l="l" t="t" r="r" b="b"/>
            <a:pathLst>
              <a:path w="458524" h="350198">
                <a:moveTo>
                  <a:pt x="0" y="0"/>
                </a:moveTo>
                <a:lnTo>
                  <a:pt x="458524" y="0"/>
                </a:lnTo>
                <a:lnTo>
                  <a:pt x="458524" y="350197"/>
                </a:lnTo>
                <a:lnTo>
                  <a:pt x="0" y="3501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458310" y="4582146"/>
            <a:ext cx="16220090" cy="5486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82927" lvl="1" indent="-291463" algn="just">
              <a:lnSpc>
                <a:spcPts val="4643"/>
              </a:lnSpc>
              <a:buFont typeface="Arial"/>
              <a:buChar char="•"/>
            </a:pPr>
            <a:r>
              <a:rPr lang="en-US" sz="2699" b="1" dirty="0">
                <a:solidFill>
                  <a:srgbClr val="FFFEFD"/>
                </a:solidFill>
                <a:latin typeface="Inter Bold"/>
                <a:ea typeface="Inter Bold"/>
                <a:cs typeface="Inter Bold"/>
                <a:sym typeface="Inter Bold"/>
              </a:rPr>
              <a:t>Problem Statement Title</a:t>
            </a:r>
            <a:r>
              <a:rPr lang="en-US" sz="2699" dirty="0">
                <a:solidFill>
                  <a:srgbClr val="FFFEFD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GB" sz="2800" dirty="0">
                <a:solidFill>
                  <a:schemeClr val="bg1"/>
                </a:solidFill>
              </a:rPr>
              <a:t>Gamified Offline Learning Platform for Rural Students</a:t>
            </a:r>
            <a:r>
              <a:rPr lang="en-US" sz="2800" dirty="0">
                <a:solidFill>
                  <a:schemeClr val="bg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7991576" y="285177"/>
            <a:ext cx="2304848" cy="861426"/>
            <a:chOff x="0" y="0"/>
            <a:chExt cx="3073130" cy="1148568"/>
          </a:xfrm>
        </p:grpSpPr>
        <p:sp>
          <p:nvSpPr>
            <p:cNvPr id="13" name="TextBox 13"/>
            <p:cNvSpPr txBox="1"/>
            <p:nvPr/>
          </p:nvSpPr>
          <p:spPr>
            <a:xfrm>
              <a:off x="630331" y="802925"/>
              <a:ext cx="1812468" cy="3456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72"/>
                </a:lnSpc>
              </a:pPr>
              <a:r>
                <a:rPr lang="en-US" sz="2040">
                  <a:solidFill>
                    <a:srgbClr val="D9D9D9"/>
                  </a:solidFill>
                  <a:latin typeface="Inter"/>
                  <a:ea typeface="Inter"/>
                  <a:cs typeface="Inter"/>
                  <a:sym typeface="Inter"/>
                </a:rPr>
                <a:t>presents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04775"/>
              <a:ext cx="3073130" cy="5398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9"/>
                </a:lnSpc>
              </a:pPr>
              <a:r>
                <a:rPr lang="en-US" sz="3182">
                  <a:solidFill>
                    <a:srgbClr val="D9D9D9"/>
                  </a:solidFill>
                  <a:latin typeface="Inter"/>
                  <a:ea typeface="Inter"/>
                  <a:cs typeface="Inter"/>
                  <a:sym typeface="Inter"/>
                </a:rPr>
                <a:t>IEEE-VESIT  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981788" y="7627871"/>
            <a:ext cx="13694686" cy="1361976"/>
            <a:chOff x="0" y="-238125"/>
            <a:chExt cx="18259581" cy="1815968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238125"/>
              <a:ext cx="9185560" cy="18159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1748780" lvl="3" indent="-437195" algn="just">
                <a:lnSpc>
                  <a:spcPts val="5723"/>
                </a:lnSpc>
                <a:buFont typeface="Arial"/>
                <a:buChar char="￭"/>
              </a:pPr>
              <a:r>
                <a:rPr lang="en-US" sz="2699" b="1" dirty="0">
                  <a:solidFill>
                    <a:srgbClr val="FFFEF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Member 1 -  Awwab Mhaiskar</a:t>
              </a:r>
            </a:p>
            <a:p>
              <a:pPr marL="1748780" lvl="3" indent="-437195" algn="just">
                <a:lnSpc>
                  <a:spcPts val="5723"/>
                </a:lnSpc>
                <a:buFont typeface="Arial"/>
                <a:buChar char="￭"/>
              </a:pPr>
              <a:r>
                <a:rPr lang="en-US" sz="2699" b="1" dirty="0">
                  <a:solidFill>
                    <a:srgbClr val="FFFEFD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Member 2 – Alina Khan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74021" y="-238125"/>
              <a:ext cx="9185560" cy="8413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1311585" lvl="3" algn="just">
                <a:lnSpc>
                  <a:spcPts val="5723"/>
                </a:lnSpc>
              </a:pPr>
              <a:endParaRPr lang="en-US" sz="2699" b="1" dirty="0">
                <a:solidFill>
                  <a:srgbClr val="FFFEFD"/>
                </a:solidFill>
                <a:latin typeface="Inter Bold"/>
                <a:ea typeface="Inter Bold"/>
                <a:cs typeface="Inter Bold"/>
                <a:sym typeface="Inter Bold"/>
              </a:endParaRP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458310" y="6026431"/>
            <a:ext cx="15390882" cy="1370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27" lvl="1" indent="-291463" algn="just">
              <a:lnSpc>
                <a:spcPts val="5723"/>
              </a:lnSpc>
              <a:buFont typeface="Arial"/>
              <a:buChar char="•"/>
            </a:pPr>
            <a:r>
              <a:rPr lang="en-US" sz="2699" b="1" dirty="0">
                <a:solidFill>
                  <a:srgbClr val="FFFEFD"/>
                </a:solidFill>
                <a:latin typeface="Inter Bold"/>
                <a:ea typeface="Inter Bold"/>
                <a:cs typeface="Inter Bold"/>
                <a:sym typeface="Inter Bold"/>
              </a:rPr>
              <a:t>Team Name</a:t>
            </a:r>
            <a:r>
              <a:rPr lang="en-US" sz="2699" dirty="0">
                <a:solidFill>
                  <a:srgbClr val="FFFEFD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2699" dirty="0" err="1">
                <a:solidFill>
                  <a:srgbClr val="FFFEFD"/>
                </a:solidFill>
                <a:latin typeface="Inter"/>
                <a:ea typeface="Inter"/>
                <a:cs typeface="Inter"/>
                <a:sym typeface="Inter"/>
              </a:rPr>
              <a:t>HackingHavoc</a:t>
            </a:r>
            <a:endParaRPr lang="en-US" sz="2699" dirty="0">
              <a:solidFill>
                <a:srgbClr val="FFFEFD"/>
              </a:solidFill>
              <a:latin typeface="Inter"/>
              <a:ea typeface="Inter"/>
              <a:cs typeface="Inter"/>
              <a:sym typeface="Inter"/>
            </a:endParaRPr>
          </a:p>
          <a:p>
            <a:pPr marL="582927" lvl="1" indent="-291463" algn="just">
              <a:lnSpc>
                <a:spcPts val="5723"/>
              </a:lnSpc>
              <a:buFont typeface="Arial"/>
              <a:buChar char="•"/>
            </a:pPr>
            <a:r>
              <a:rPr lang="en-US" sz="2699" b="1" dirty="0">
                <a:solidFill>
                  <a:srgbClr val="FFFEFD"/>
                </a:solidFill>
                <a:latin typeface="Inter Bold"/>
                <a:ea typeface="Inter Bold"/>
                <a:cs typeface="Inter Bold"/>
                <a:sym typeface="Inter Bold"/>
              </a:rPr>
              <a:t>Team Members</a:t>
            </a:r>
            <a:r>
              <a:rPr lang="en-US" sz="2699" dirty="0">
                <a:solidFill>
                  <a:srgbClr val="FFFEFD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58310" y="3503619"/>
            <a:ext cx="15390882" cy="646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27" lvl="1" indent="-291463" algn="just">
              <a:lnSpc>
                <a:spcPts val="5723"/>
              </a:lnSpc>
              <a:buFont typeface="Arial"/>
              <a:buChar char="•"/>
            </a:pPr>
            <a:r>
              <a:rPr lang="en-US" sz="2699" b="1" dirty="0">
                <a:solidFill>
                  <a:srgbClr val="FFFEFD"/>
                </a:solidFill>
                <a:latin typeface="Inter Bold"/>
                <a:ea typeface="Inter Bold"/>
                <a:cs typeface="Inter Bold"/>
                <a:sym typeface="Inter Bold"/>
              </a:rPr>
              <a:t>Domain</a:t>
            </a:r>
            <a:r>
              <a:rPr lang="en-US" sz="2699" dirty="0">
                <a:solidFill>
                  <a:srgbClr val="FFFEFD"/>
                </a:solidFill>
                <a:latin typeface="Inter"/>
                <a:ea typeface="Inter"/>
                <a:cs typeface="Inter"/>
                <a:sym typeface="Inter"/>
              </a:rPr>
              <a:t>: 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3"/>
            <a:ext cx="18287998" cy="754857"/>
            <a:chOff x="0" y="0"/>
            <a:chExt cx="24383998" cy="10064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317571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8256984" y="9667636"/>
            <a:ext cx="1774031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IEEE- VESIT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52400" y="235736"/>
            <a:ext cx="968126" cy="968126"/>
            <a:chOff x="0" y="0"/>
            <a:chExt cx="1290835" cy="129083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90835" cy="1290835"/>
            </a:xfrm>
            <a:custGeom>
              <a:avLst/>
              <a:gdLst/>
              <a:ahLst/>
              <a:cxnLst/>
              <a:rect l="l" t="t" r="r" b="b"/>
              <a:pathLst>
                <a:path w="1290835" h="1290835">
                  <a:moveTo>
                    <a:pt x="0" y="0"/>
                  </a:moveTo>
                  <a:lnTo>
                    <a:pt x="1290835" y="0"/>
                  </a:lnTo>
                  <a:lnTo>
                    <a:pt x="1290835" y="1290835"/>
                  </a:lnTo>
                  <a:lnTo>
                    <a:pt x="0" y="1290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 rot="-5400000">
              <a:off x="-369668" y="495086"/>
              <a:ext cx="963799" cy="3006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37"/>
                </a:lnSpc>
              </a:pPr>
              <a:r>
                <a:rPr lang="en-US" sz="1312" spc="131">
                  <a:solidFill>
                    <a:srgbClr val="800000"/>
                  </a:solidFill>
                  <a:latin typeface="Bernoru"/>
                  <a:ea typeface="Bernoru"/>
                  <a:cs typeface="Bernoru"/>
                  <a:sym typeface="Bernoru"/>
                </a:rPr>
                <a:t>VESIT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16955883" y="140376"/>
            <a:ext cx="1037556" cy="1210690"/>
          </a:xfrm>
          <a:custGeom>
            <a:avLst/>
            <a:gdLst/>
            <a:ahLst/>
            <a:cxnLst/>
            <a:rect l="l" t="t" r="r" b="b"/>
            <a:pathLst>
              <a:path w="1037556" h="1210690">
                <a:moveTo>
                  <a:pt x="0" y="0"/>
                </a:moveTo>
                <a:lnTo>
                  <a:pt x="1037556" y="0"/>
                </a:lnTo>
                <a:lnTo>
                  <a:pt x="1037556" y="1210690"/>
                </a:lnTo>
                <a:lnTo>
                  <a:pt x="0" y="12106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7186" t="-42304" r="-74892" b="-65156"/>
            </a:stretch>
          </a:blipFill>
        </p:spPr>
      </p:sp>
      <p:pic>
        <p:nvPicPr>
          <p:cNvPr id="12" name="Picture 11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E3B531B-B18E-3A8C-1FA9-9BE9D7FA1C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1795" y="2324100"/>
            <a:ext cx="5881815" cy="6878746"/>
          </a:xfrm>
          <a:prstGeom prst="rect">
            <a:avLst/>
          </a:prstGeom>
        </p:spPr>
      </p:pic>
      <p:pic>
        <p:nvPicPr>
          <p:cNvPr id="14" name="Picture 13" descr="A screenshot of a diagram&#10;&#10;AI-generated content may be incorrect.">
            <a:extLst>
              <a:ext uri="{FF2B5EF4-FFF2-40B4-BE49-F238E27FC236}">
                <a16:creationId xmlns:a16="http://schemas.microsoft.com/office/drawing/2014/main" id="{0280609A-A4B9-75C4-F830-34423F5386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69612" y="2324100"/>
            <a:ext cx="5881815" cy="687874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7F4A609-AF72-3BE2-579D-CCAF71D519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342" y="2324100"/>
            <a:ext cx="5805025" cy="687874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780BD30-E103-8473-F881-7CA38687B8B5}"/>
              </a:ext>
            </a:extLst>
          </p:cNvPr>
          <p:cNvSpPr txBox="1"/>
          <p:nvPr/>
        </p:nvSpPr>
        <p:spPr>
          <a:xfrm>
            <a:off x="4648200" y="20955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b="1" i="1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3CAFB9-60F3-474E-1A26-8C3227C43ED2}"/>
              </a:ext>
            </a:extLst>
          </p:cNvPr>
          <p:cNvSpPr txBox="1"/>
          <p:nvPr/>
        </p:nvSpPr>
        <p:spPr>
          <a:xfrm>
            <a:off x="14037329" y="1765552"/>
            <a:ext cx="208839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500" b="1" i="1" dirty="0">
                <a:solidFill>
                  <a:schemeClr val="bg1"/>
                </a:solidFill>
              </a:rPr>
              <a:t>App Workflow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481220-C681-B9CE-9A14-008395187C7F}"/>
              </a:ext>
            </a:extLst>
          </p:cNvPr>
          <p:cNvSpPr txBox="1"/>
          <p:nvPr/>
        </p:nvSpPr>
        <p:spPr>
          <a:xfrm>
            <a:off x="8224680" y="1803112"/>
            <a:ext cx="1774031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b="1" i="1" dirty="0">
                <a:solidFill>
                  <a:schemeClr val="bg1"/>
                </a:solidFill>
              </a:rPr>
              <a:t>Tech</a:t>
            </a:r>
            <a:r>
              <a:rPr lang="en-IN" b="1" i="1" dirty="0">
                <a:solidFill>
                  <a:schemeClr val="bg1"/>
                </a:solidFill>
              </a:rPr>
              <a:t> </a:t>
            </a:r>
            <a:r>
              <a:rPr lang="en-IN" sz="2500" b="1" i="1" dirty="0">
                <a:solidFill>
                  <a:schemeClr val="bg1"/>
                </a:solidFill>
              </a:rPr>
              <a:t>Stack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4D92AAE-8D58-805B-C676-5E34BD211B63}"/>
              </a:ext>
            </a:extLst>
          </p:cNvPr>
          <p:cNvSpPr txBox="1"/>
          <p:nvPr/>
        </p:nvSpPr>
        <p:spPr>
          <a:xfrm>
            <a:off x="1519071" y="1847046"/>
            <a:ext cx="31242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b="1" i="1" dirty="0">
                <a:solidFill>
                  <a:schemeClr val="bg1"/>
                </a:solidFill>
              </a:rPr>
              <a:t>System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43</Words>
  <Application>Microsoft Office PowerPoint</Application>
  <PresentationFormat>Custom</PresentationFormat>
  <Paragraphs>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Inter Bold</vt:lpstr>
      <vt:lpstr>Inter</vt:lpstr>
      <vt:lpstr>Calibri</vt:lpstr>
      <vt:lpstr>Bernoru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Arcane ppt template</dc:title>
  <dc:creator>awwab</dc:creator>
  <cp:lastModifiedBy>Awwab Mhaiskar</cp:lastModifiedBy>
  <cp:revision>3</cp:revision>
  <dcterms:created xsi:type="dcterms:W3CDTF">2006-08-16T00:00:00Z</dcterms:created>
  <dcterms:modified xsi:type="dcterms:W3CDTF">2026-01-03T06:42:38Z</dcterms:modified>
  <dc:identifier>DAG9QA21YRQ</dc:identifier>
</cp:coreProperties>
</file>